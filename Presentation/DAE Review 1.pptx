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30" r:id="rId3"/>
    <p:sldId id="462" r:id="rId4"/>
    <p:sldId id="463" r:id="rId5"/>
    <p:sldId id="464" r:id="rId6"/>
    <p:sldId id="465" r:id="rId7"/>
    <p:sldId id="466" r:id="rId8"/>
    <p:sldId id="29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24" autoAdjust="0"/>
  </p:normalViewPr>
  <p:slideViewPr>
    <p:cSldViewPr showGuides="1">
      <p:cViewPr varScale="1">
        <p:scale>
          <a:sx n="89" d="100"/>
          <a:sy n="89" d="100"/>
        </p:scale>
        <p:origin x="591" y="65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30-09-2026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30-09-2026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Indian Paper Leaks: Analysis and Prediction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695288" y="4000227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700" b="1" dirty="0">
                <a:solidFill>
                  <a:srgbClr val="002060"/>
                </a:solidFill>
                <a:latin typeface="Tw Cen MT" panose="020B0602020104020603" pitchFamily="34" charset="0"/>
              </a:rPr>
              <a:t>Data Analysis Essentials – Capstone Project Review 1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700" b="1" dirty="0">
                <a:solidFill>
                  <a:srgbClr val="002060"/>
                </a:solidFill>
                <a:latin typeface="Tw Cen MT" panose="020B0602020104020603" pitchFamily="34" charset="0"/>
              </a:rPr>
              <a:t>Team No:08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25B11CS659:N.Vedha Sri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25B11CS588:Md Aarish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25B11CS389: K.Harsha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25B11CS987:V.Rishita Bhargavi</a:t>
            </a:r>
            <a:endParaRPr lang="en-US" sz="20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srgbClr val="002060"/>
                </a:solidFill>
                <a:latin typeface="Tw Cen MT" panose="020B0602020104020603" pitchFamily="34" charset="0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leaks disrupt millions of aspirants across India every year.</a:t>
            </a: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Leaked exams get delayed or cancelled, wasting time and money for students.</a:t>
            </a: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Leaks are spread across states and exam types, with no central pattern easily visible.</a:t>
            </a: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data-driven way exists to spot which leaks are likely to turn serious.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53265" y="202209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paper leak trends in India from 2004-2026.</a:t>
            </a:r>
          </a:p>
          <a:p>
            <a:pPr marL="0" indent="0" algn="just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states and exams most affected by leaks.</a:t>
            </a:r>
          </a:p>
          <a:p>
            <a:pPr marL="0" indent="0" algn="just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links between arrests, convictions, and leak severity.</a:t>
            </a:r>
          </a:p>
          <a:p>
            <a:pPr marL="0" indent="0" algn="just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7315" y="575546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India Paper Leaks (2004-2026), Kaggle.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CSV file loaded with pandas.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 state, exam, arrests, convictions, aspirants affected.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includes: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leak status and linked deaths.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217" y="332656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5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6812" y="2007493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88759" y="1052736"/>
            <a:ext cx="10515600" cy="55446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required Python libraries,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paper-leak dataset using Pandas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required records from the dataset, Filter data based on leak status and body type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values, Validate data types and records.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year-wise paper-leak incidents, Identify important patterns and trends.</a:t>
            </a: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trends with charts (heatmap, histograms, box plots).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154" y="2258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7987" y="1981027"/>
            <a:ext cx="10515600" cy="453141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picture of leak trends across states and years.</a:t>
            </a: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linked to serious outcomes identified..</a:t>
            </a: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paper-leak trends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highest-case periods. </a:t>
            </a: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charts to clearly present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patterns, trends, and relationships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588" y="686306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306</Words>
  <Application>Microsoft Office PowerPoint</Application>
  <PresentationFormat>Widescreen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Md Aarish</cp:lastModifiedBy>
  <cp:revision>731</cp:revision>
  <cp:lastPrinted>2023-06-09T04:58:00Z</cp:lastPrinted>
  <dcterms:created xsi:type="dcterms:W3CDTF">2019-12-14T03:50:00Z</dcterms:created>
  <dcterms:modified xsi:type="dcterms:W3CDTF">2026-09-30T05:25:12Z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C323A45F88CA49A9ABA8E43EBA54F955_12</vt:lpwstr>
  </property>
  <property fmtid="{D5CDD505-2E9C-101B-9397-08002B2CF9AE}" pid="3" name="KSOProductBuildVer">
    <vt:lpwstr>1033-12.1.0.28032</vt:lpwstr>
  </property>
</Properties>
</file>