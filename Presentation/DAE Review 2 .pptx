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71" r:id="rId11"/>
    <p:sldId id="281" r:id="rId12"/>
    <p:sldId id="283" r:id="rId13"/>
    <p:sldId id="286" r:id="rId14"/>
    <p:sldId id="287" r:id="rId15"/>
    <p:sldId id="288" r:id="rId16"/>
    <p:sldId id="289" r:id="rId17"/>
    <p:sldId id="290" r:id="rId18"/>
    <p:sldId id="285" r:id="rId19"/>
    <p:sldId id="284" r:id="rId20"/>
    <p:sldId id="268" r:id="rId21"/>
    <p:sldId id="269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 autoAdjust="0"/>
    <p:restoredTop sz="94660"/>
  </p:normalViewPr>
  <p:slideViewPr>
    <p:cSldViewPr showGuides="1">
      <p:cViewPr varScale="1">
        <p:scale>
          <a:sx n="78" d="100"/>
          <a:sy n="78" d="100"/>
        </p:scale>
        <p:origin x="1878" y="85"/>
      </p:cViewPr>
      <p:guideLst>
        <p:guide orient="horz" pos="2880"/>
        <p:guide pos="21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Paper Leaks Data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(2004-2026)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386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.Vedha Sri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5B11CS659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Aarish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5B11CS588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.Harsha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5B11CS389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.Rishita Bhargavi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5B11CS987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Mr.K.Ashok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Teja,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05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Problem Understanding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Current Approach &amp; Limitations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Approach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Description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Methodology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Insights &amp; Analysis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 Workflow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8686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leaks are a serious concern in India, but raw paper-leak records are difficult to understand without structured analysis. This project uses Pandas to analyse paper-leak incidents from 2004 to 2026 through data loading, acquisition and filtering, extraction, validation and cleaning, aggregation, analysis, visualization, and results interpretation. It identifies year-wise trends, major areas and exams, leak status, UPA–NDA era differences, affected aspirants, arrests, and convictions to generate meaningful insights.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/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leaks are a major concern affecting examinations and students across India.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Paper-leak data contains useful information about incidents, examinations, and their impact.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records may contain missing values, duplicates, and inconsistent information.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helps load, extract, validate, clean, and organize the dataset.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analyses paper-leak incidents from 2004 to 2026 using structured data analysis.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help identify trends, patterns, and meaningful insights from the analysed data.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/ Manual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Paper-leak information is stored in raw CSV records.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checking a large number of records is time-consuming.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year-wise, area-wise, and exam-wise patterns is difficult.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and inconsistent records may go unnoticed.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is difficult to understand without proper visualizations.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makes it difficult to identify important trends and patterns.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743200" y="0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Manual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325880"/>
            <a:ext cx="877824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is time-consuming and difficult to manage.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paper-leak datasets are difficult to process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or inconsistent records can affect analysis accuracy.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and category-wise patterns are difficult to identify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in arrests, convictions, and affected aspirants are hard to compare.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processing increases the chance of human errors.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analysis makes it difficult to obtain meaningful insights.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234440"/>
            <a:ext cx="85039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initial exploration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and filtering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and selection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cleaning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 and representation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of trends and patterns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using bar charts, pie charts, and line charts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interpretation and key insights</a:t>
            </a:r>
          </a:p>
          <a:p>
            <a:pPr marL="457200" indent="-457200" algn="l">
              <a:spcAft>
                <a:spcPts val="700"/>
              </a:spcAft>
              <a:buFont typeface="Arial" panose="020B0604020202020204" pitchFamily="34" charset="0"/>
              <a:buChar char="•"/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1143000"/>
            <a:ext cx="9753600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/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017270"/>
            <a:ext cx="3931920" cy="22555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026795"/>
            <a:ext cx="3238500" cy="20586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" y="3407410"/>
            <a:ext cx="4808220" cy="23393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0660" y="3518535"/>
            <a:ext cx="4777740" cy="184404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762000" y="6248400"/>
            <a:ext cx="734377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Python • Pandas • Matplotlib • Google Colab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53" y="1115220"/>
            <a:ext cx="9770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&amp; Reading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required Python libraries.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paper-leak dataset using Pandas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Down 3"/>
          <p:cNvSpPr/>
          <p:nvPr/>
        </p:nvSpPr>
        <p:spPr>
          <a:xfrm>
            <a:off x="4796282" y="2373939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59977" y="2609096"/>
            <a:ext cx="58625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Acquisition &amp; Filtering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required records from the dataset.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data based on leak status and body type.</a:t>
            </a: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Down 14"/>
          <p:cNvSpPr/>
          <p:nvPr/>
        </p:nvSpPr>
        <p:spPr>
          <a:xfrm>
            <a:off x="4756604" y="3814644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99929" y="4228115"/>
            <a:ext cx="54585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Data Extraction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important columns from the dataset.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relevant paper-leak information.</a:t>
            </a:r>
          </a:p>
        </p:txBody>
      </p:sp>
      <p:sp>
        <p:nvSpPr>
          <p:cNvPr id="18" name="Arrow: Down 17"/>
          <p:cNvSpPr/>
          <p:nvPr/>
        </p:nvSpPr>
        <p:spPr>
          <a:xfrm>
            <a:off x="4754386" y="5469412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60545" y="5841915"/>
            <a:ext cx="5862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Data Validation &amp; Cleaning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missing values.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data types and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pSp>
        <p:nvGrpSpPr>
          <p:cNvPr id="4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10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1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2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3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586213" y="41329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6265" y="953427"/>
            <a:ext cx="6652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Data Aggregation &amp; Representation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the data based on required categories.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summarized data in a structured form.</a:t>
            </a:r>
          </a:p>
        </p:txBody>
      </p:sp>
      <p:sp>
        <p:nvSpPr>
          <p:cNvPr id="29" name="Arrow: Down 28"/>
          <p:cNvSpPr/>
          <p:nvPr/>
        </p:nvSpPr>
        <p:spPr>
          <a:xfrm>
            <a:off x="4850336" y="2242125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90800" y="2612335"/>
            <a:ext cx="5638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Data Analysis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year-wise paper-leak incidents.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patterns and trends.</a:t>
            </a:r>
          </a:p>
        </p:txBody>
      </p:sp>
      <p:sp>
        <p:nvSpPr>
          <p:cNvPr id="33" name="Arrow: Down 32"/>
          <p:cNvSpPr/>
          <p:nvPr/>
        </p:nvSpPr>
        <p:spPr>
          <a:xfrm>
            <a:off x="4850336" y="3959586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28152" y="4271243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Data Visualization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bar charts and pie charts.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line charts to show trends.</a:t>
            </a:r>
          </a:p>
        </p:txBody>
      </p:sp>
      <p:sp>
        <p:nvSpPr>
          <p:cNvPr id="37" name="Arrow: Down 36"/>
          <p:cNvSpPr/>
          <p:nvPr/>
        </p:nvSpPr>
        <p:spPr>
          <a:xfrm>
            <a:off x="4850336" y="5576154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75624" y="5946716"/>
            <a:ext cx="63921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 Results &amp; Interpretation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analysed results.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key findings and insights.</a:t>
            </a:r>
          </a:p>
        </p:txBody>
      </p:sp>
      <p:pic>
        <p:nvPicPr>
          <p:cNvPr id="11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1143000"/>
            <a:ext cx="9982200" cy="5541645"/>
          </a:xfrm>
          <a:prstGeom prst="rect">
            <a:avLst/>
          </a:prstGeom>
        </p:spPr>
      </p:pic>
      <p:pic>
        <p:nvPicPr>
          <p:cNvPr id="11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11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184910"/>
            <a:ext cx="7806690" cy="50774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11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2" name="Picture 1" descr="Screenshot 2026-09-30 0756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2530" y="1493520"/>
            <a:ext cx="7673340" cy="4785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11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3" name="Picture 2" descr="Screenshot 2026-09-30 0756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130" y="1230630"/>
            <a:ext cx="5692140" cy="53111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11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1059180"/>
            <a:ext cx="9875520" cy="5654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pic>
        <p:nvPicPr>
          <p:cNvPr id="11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" y="1078230"/>
            <a:ext cx="10027920" cy="56159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/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29000" y="152400"/>
            <a:ext cx="326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</a:t>
            </a:r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89763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paper-leak trends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highest-case periods.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major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and examinations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reported cases.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Confirmed, Alleged, Denied, and Suspected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paper-leak cases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UPA and NDA eras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aspirants, arrests, and convictions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charts to clearly present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patterns, trends, and relationships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endParaRPr sz="240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/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808080"/>
                </a:solidFill>
                <a:latin typeface="Times New Roman" panose="02020603050405020304"/>
              </a:rPr>
              <a:t>From raw data to actionable insights — adapt these stages to your own project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1234440"/>
            <a:ext cx="9775825" cy="3614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463040"/>
            <a:ext cx="8412480" cy="441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Indian paper-leak cases from 2004–2026.</a:t>
            </a:r>
          </a:p>
          <a:p>
            <a:pPr marL="457200" indent="-457200" algn="l"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validated the dataset for reliable analysis.</a:t>
            </a:r>
          </a:p>
          <a:p>
            <a:pPr marL="457200" indent="-457200" algn="l"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cases by year, area, exam, era, and leak status.</a:t>
            </a:r>
          </a:p>
          <a:p>
            <a:pPr marL="457200" indent="-457200" algn="l"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the impact through affected aspirants, arrests, and convictions.</a:t>
            </a:r>
          </a:p>
          <a:p>
            <a:pPr marL="457200" indent="-457200" algn="l"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data visualization to identify and present important patterns and trends clearly</a:t>
            </a:r>
          </a:p>
          <a:p>
            <a:pPr marL="457200" indent="-457200" algn="l">
              <a:spcAft>
                <a:spcPts val="700"/>
              </a:spcAft>
              <a:buFont typeface="Arial" panose="020B0604020202020204" pitchFamily="34" charset="0"/>
              <a:buChar char="•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structured view of paper-leak incidents for better understanding of the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807</Words>
  <Application>Microsoft Office PowerPoint</Application>
  <PresentationFormat>Custom</PresentationFormat>
  <Paragraphs>120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Md Aarish</cp:lastModifiedBy>
  <cp:revision>119</cp:revision>
  <cp:lastPrinted>2025-10-14T18:21:00Z</cp:lastPrinted>
  <dcterms:created xsi:type="dcterms:W3CDTF">2025-10-10T08:28:00Z</dcterms:created>
  <dcterms:modified xsi:type="dcterms:W3CDTF">2026-09-30T10:40:49Z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2025-09-13T09:00:00Z</vt:filetime>
  </property>
  <property fmtid="{D5CDD505-2E9C-101B-9397-08002B2CF9AE}" pid="3" name="LastSaved">
    <vt:filetime>2025-10-11T09:00:00Z</vt:filetime>
  </property>
  <property fmtid="{D5CDD505-2E9C-101B-9397-08002B2CF9AE}" pid="4" name="ICV">
    <vt:lpwstr>8903C069B4FA4EC992003EA29088D30C_12</vt:lpwstr>
  </property>
  <property fmtid="{D5CDD505-2E9C-101B-9397-08002B2CF9AE}" pid="5" name="KSOProductBuildVer">
    <vt:lpwstr>1033-12.1.0.28485</vt:lpwstr>
  </property>
</Properties>
</file>